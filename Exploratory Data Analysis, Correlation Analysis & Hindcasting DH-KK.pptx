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5AA28-F5BA-FFED-630B-C0548A12E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E707BE-60F5-AFE7-ECF8-D8CD70338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1D670-F5D3-48F6-A6C4-BE9968BD1927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CF0584-34D9-AB99-20D1-DB8AA895A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D9AF06-29A6-4D2B-1B31-6AE9F6E43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AD8F4-5DB9-4CF5-86DF-89C44E442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39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D4303D-8E0D-07B3-1A78-53376A197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04E42C-B008-1579-7D6D-ACAB047EDD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425F0-8E1B-175D-DC19-13447D3B61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51D670-F5D3-48F6-A6C4-BE9968BD1927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8B055B-7237-DDFE-451A-51EAB39967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83B111-BD51-F5C3-E256-F3F623612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3AD8F4-5DB9-4CF5-86DF-89C44E442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953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0BADA97-6A0D-9842-322F-AD05DCEC0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/>
              <a:t>Exploratory Data Analysis, Correlation Analysis &amp; Hindcasting on ARGUS Data (Baltanás)</a:t>
            </a:r>
            <a:endParaRPr lang="en-US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B39B18-842A-F2E1-66FD-E5DD2A994DB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74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36D0F79-E749-532E-38D0-1E8B9EAF4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Contents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6B81CD-A26C-66C8-6E3A-C1CDD4388D3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810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DD2CA1E-C80E-CAF7-5FE3-A45292D8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Exploratory Data Analysis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92C264-5847-D303-5A00-3A0DC853311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025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498261D-AF91-B568-7E76-FC2C5CCE3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BC958C-AEC0-C2CF-1F9F-AC64E95EB24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928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9FD4EE4-AB8E-6044-BA8E-5FDD4CAB7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EC52CF-2DD4-2ADA-D61F-467CCA50ADC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582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2172041-87B5-3C2A-CDDA-907990668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9BD8E6-CE55-6524-256E-C92A322EEDE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4292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9D8C523-0DD1-B898-5C86-D62318C41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143D60-0CA9-2DAC-6FFB-813F9017DAF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731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ABABFF6-6DFB-434A-4DED-6F1032A5B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5A4FEB-B353-073D-34E8-1729C3F680C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0459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100BF603-7EB0-B7FE-89C9-FB82013CE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Hindcasting &amp; Benchmarking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7702C7-1CDE-84F4-67D1-F6DAC8880B4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2097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DDE12B7-D889-B2CD-2938-4218779E1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Hindcasting in April 2026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09D6EF-1D47-5AE5-0D46-02C0572DB79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4800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B3DE0515-5181-54BB-4A13-35F374360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End. 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2A5B8B-21B8-1338-B2BC-051B494D317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556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</Words>
  <Application>Microsoft Office PowerPoint</Application>
  <PresentationFormat>Widescreen</PresentationFormat>
  <Paragraphs>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Exploratory Data Analysis, Correlation Analysis &amp; Hindcasting on ARGUS Data (Baltanás)</vt:lpstr>
      <vt:lpstr>Contents</vt:lpstr>
      <vt:lpstr>Exploratory Data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Hindcasting &amp; Benchmarking</vt:lpstr>
      <vt:lpstr>Hindcasting in April 2026</vt:lpstr>
      <vt:lpstr>The End.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Kalliopi Kallia</dc:creator>
  <cp:lastModifiedBy>Kalliopi Kallia</cp:lastModifiedBy>
  <cp:revision>1</cp:revision>
  <dcterms:created xsi:type="dcterms:W3CDTF">2026-10-25T16:17:48Z</dcterms:created>
  <dcterms:modified xsi:type="dcterms:W3CDTF">2026-10-25T16:17:48Z</dcterms:modified>
</cp:coreProperties>
</file>